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725"/>
  </p:normalViewPr>
  <p:slideViewPr>
    <p:cSldViewPr snapToGrid="0">
      <p:cViewPr varScale="1">
        <p:scale>
          <a:sx n="113" d="100"/>
          <a:sy n="113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E684-FDF7-330B-5335-B9E06B883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A3EF5-4CF6-E258-E8CC-968BB9778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F82A3-6043-8209-BB31-C83ADB40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6F54A-FE0C-D605-99FE-5C5DCB620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A65D3-4D48-2713-97E9-597D53A03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06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9BEA2-4809-1FE3-67AF-3F7204878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91FA-0804-840B-0B6F-AD3618B31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42DE8-B454-5D3A-F4EE-552A657E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F3B91-2C60-DCA3-848B-1265FF14C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80D1E-7D8B-2565-777C-0455FD87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80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329B-B03F-66AD-3991-5F0399B29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7B285E-10D4-654A-B9F7-289508DDD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D00D9-0353-74A0-12BC-69F64105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1042F-79DA-8C95-DD2A-89A9C43BC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38A88-7E2C-C1DC-D13F-053A4FD43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6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D8FBF-9FB5-41DE-9759-DC8167B54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AD638-7AD9-53A9-68FE-72019976C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65D79A-5033-2ED9-ADA4-CFE5A9677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C64AB5-F349-CA29-E1B3-F3B3BDC33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41E126-BD3B-B45C-DD35-E203CC96F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CA658C-1ECA-1AEA-84BE-DEEF5BB49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827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60FD7-5AEA-E921-8F6A-AA7A9AE7D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FCE61-4765-2267-7FCA-B6699AADC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16AD0-9AB8-9B78-206A-6F12565043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92F76-8803-4D69-230E-9B748419A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5B588-0453-A8F5-0E0D-5C34B8B062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FE38B2-B42F-769C-FC40-F7A2E0611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97E8B-4939-D081-8F30-13D2251B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312DD2-BDE3-FC2C-73EF-BD1E2BD57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0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1C439-1866-072F-9766-DE60B22C1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EF17B-060C-6E49-0A2B-FF368681D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AF2952-F5A7-453C-E008-4107B00C6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3D3364-6D78-B676-4F3A-BD4314A10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16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4EC89-C292-7588-7A17-2F2FE8A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BAAEE8-C30D-7505-E60B-B7E990D5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AE3F8B-BD4D-00D1-1AD6-8201FFDCC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1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EBB08-D27C-3D35-C6B6-97854782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07F77-B9E0-59F8-1608-8100CCD45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DE54F-2B04-9C9E-BC85-A9E3B13A8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99ED4-3C04-3014-F7F7-4157DCF4E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F205B-E0AE-011B-18DC-94FC7253B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C8B1D-EF82-0A12-F0F9-A2FDAF48B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86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542CF-FA81-1627-CCDD-7501169D8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A5B08F-9779-621E-4283-632CE6CC75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DAE53-F4CB-12FB-2096-3E439B956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851763-62BD-5844-E943-B1F0F149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5D1A9-72A3-C0FC-B044-C3C03BD7D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C49E0-73BB-6FD9-7139-421C6B57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898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764B-B8D1-A549-6626-A0A4DA971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A42F0-AC81-3B02-C29E-7BFC90AE3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AB1FE-460E-764B-B8C4-E7AE25763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93E5B-1DBD-6291-D4BD-B1B806156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218D4-0DBA-8421-A2EB-5B4A7419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703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51EFE9-F2FF-194B-E2D0-349F4BA04B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EAF926-3E4F-D20F-A75E-8DDAA9AFC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E675A-689B-6DED-1E4A-2C99D933B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7A0DC-18F9-1E68-A345-FF901445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FDDC7-7AFB-A4AB-CB32-E58C86EB6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966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71EA3D-7331-604B-EE3F-7DEDE42E4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D575C-D0D4-5930-195F-B6C5B3C50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049FF-CAAB-BB62-7AED-2BAB0AC862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BEDB7-8A1E-1A4A-8BC3-F8139E2B2524}" type="datetimeFigureOut">
              <a:rPr lang="en-US" smtClean="0"/>
              <a:t>2/1/26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96BFA-51B9-A9F7-E446-84D3E15D7E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11E72-27CE-E144-A134-BB9A10EB1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A13D9B-200A-FE49-AB16-1C20824578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68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2A7D8-9D19-70E7-6D7E-4B711A03AD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21C6C1-BDE7-059A-1641-BB63E4C8D9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93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8C213B-C6F8-CAD8-1702-00B186939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91" y="0"/>
            <a:ext cx="7521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31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02B5E3-9645-2928-45E7-636C698DD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80" y="0"/>
            <a:ext cx="75210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459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E5D0323-7223-4621-350E-CB172CF00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2852" y="1352951"/>
            <a:ext cx="7772400" cy="4152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68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3728B-05EF-DE67-DF2A-C4014A84A648}"/>
              </a:ext>
            </a:extLst>
          </p:cNvPr>
          <p:cNvSpPr txBox="1">
            <a:spLocks/>
          </p:cNvSpPr>
          <p:nvPr/>
        </p:nvSpPr>
        <p:spPr>
          <a:xfrm>
            <a:off x="1337733" y="252061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Fourier Representation</a:t>
            </a:r>
            <a:endParaRPr lang="en-US" dirty="0"/>
          </a:p>
        </p:txBody>
      </p:sp>
      <p:pic>
        <p:nvPicPr>
          <p:cNvPr id="3" name="Picture 2" descr="fourier_signal.png">
            <a:extLst>
              <a:ext uri="{FF2B5EF4-FFF2-40B4-BE49-F238E27FC236}">
                <a16:creationId xmlns:a16="http://schemas.microsoft.com/office/drawing/2014/main" id="{AF3524EC-8AF0-2289-B248-C55053187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933" y="987779"/>
            <a:ext cx="7315200" cy="5486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A1F49D-FD3D-28C2-BCB0-5A2A8698B56E}"/>
              </a:ext>
            </a:extLst>
          </p:cNvPr>
          <p:cNvSpPr txBox="1"/>
          <p:nvPr/>
        </p:nvSpPr>
        <p:spPr>
          <a:xfrm>
            <a:off x="1794933" y="6474179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 signal expressed as a combination of low- and high-frequency Fourier components.</a:t>
            </a:r>
          </a:p>
        </p:txBody>
      </p:sp>
    </p:spTree>
    <p:extLst>
      <p:ext uri="{BB962C8B-B14F-4D97-AF65-F5344CB8AC3E}">
        <p14:creationId xmlns:p14="http://schemas.microsoft.com/office/powerpoint/2010/main" val="2882592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A702-1CAA-694A-B99D-6119DBEAD019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Wavelets Expansion</a:t>
            </a:r>
          </a:p>
        </p:txBody>
      </p:sp>
      <p:pic>
        <p:nvPicPr>
          <p:cNvPr id="3" name="Picture 2" descr="wavelet_signal.png">
            <a:extLst>
              <a:ext uri="{FF2B5EF4-FFF2-40B4-BE49-F238E27FC236}">
                <a16:creationId xmlns:a16="http://schemas.microsoft.com/office/drawing/2014/main" id="{8F643121-4A64-B041-3C30-823730B2F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6" y="1233500"/>
            <a:ext cx="6513477" cy="48851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196E059-5DCC-A86D-BAE5-AE08487563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028"/>
          <a:stretch>
            <a:fillRect/>
          </a:stretch>
        </p:blipFill>
        <p:spPr>
          <a:xfrm>
            <a:off x="6331674" y="274638"/>
            <a:ext cx="5860326" cy="5827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D06A566-B873-E8D2-5CA0-B81415F7BCBD}"/>
              </a:ext>
            </a:extLst>
          </p:cNvPr>
          <p:cNvSpPr txBox="1"/>
          <p:nvPr/>
        </p:nvSpPr>
        <p:spPr>
          <a:xfrm>
            <a:off x="99686" y="6213984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A signal with a local jump: difficult for Fourier, well-captured by wavelets.</a:t>
            </a:r>
          </a:p>
        </p:txBody>
      </p:sp>
    </p:spTree>
    <p:extLst>
      <p:ext uri="{BB962C8B-B14F-4D97-AF65-F5344CB8AC3E}">
        <p14:creationId xmlns:p14="http://schemas.microsoft.com/office/powerpoint/2010/main" val="5994441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1798E45-5AE3-990E-7910-757C2278D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01" y="1666290"/>
            <a:ext cx="11723398" cy="379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3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34</Words>
  <Application>Microsoft Macintosh PowerPoint</Application>
  <PresentationFormat>Widescreen</PresentationFormat>
  <Paragraphs>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Lecture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Aiying (xsa5db)</dc:creator>
  <cp:lastModifiedBy>Zhang, Aiying (xsa5db)</cp:lastModifiedBy>
  <cp:revision>3</cp:revision>
  <dcterms:created xsi:type="dcterms:W3CDTF">2026-02-02T01:39:27Z</dcterms:created>
  <dcterms:modified xsi:type="dcterms:W3CDTF">2026-02-02T04:56:59Z</dcterms:modified>
</cp:coreProperties>
</file>